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24"/>
  </p:notesMasterIdLst>
  <p:sldIdLst>
    <p:sldId id="544" r:id="rId2"/>
    <p:sldId id="514" r:id="rId3"/>
    <p:sldId id="515" r:id="rId4"/>
    <p:sldId id="543" r:id="rId5"/>
    <p:sldId id="517" r:id="rId6"/>
    <p:sldId id="518" r:id="rId7"/>
    <p:sldId id="542" r:id="rId8"/>
    <p:sldId id="520" r:id="rId9"/>
    <p:sldId id="521" r:id="rId10"/>
    <p:sldId id="532" r:id="rId11"/>
    <p:sldId id="533" r:id="rId12"/>
    <p:sldId id="523" r:id="rId13"/>
    <p:sldId id="540" r:id="rId14"/>
    <p:sldId id="539" r:id="rId15"/>
    <p:sldId id="534" r:id="rId16"/>
    <p:sldId id="535" r:id="rId17"/>
    <p:sldId id="536" r:id="rId18"/>
    <p:sldId id="524" r:id="rId19"/>
    <p:sldId id="527" r:id="rId20"/>
    <p:sldId id="529" r:id="rId21"/>
    <p:sldId id="541" r:id="rId22"/>
    <p:sldId id="51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82" autoAdjust="0"/>
    <p:restoredTop sz="94660"/>
  </p:normalViewPr>
  <p:slideViewPr>
    <p:cSldViewPr snapToGrid="0">
      <p:cViewPr varScale="1">
        <p:scale>
          <a:sx n="63" d="100"/>
          <a:sy n="63" d="100"/>
        </p:scale>
        <p:origin x="2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761FF-92E2-4234-80E7-FBCD75CC8193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EACC8-8594-4EF4-A2AA-C13BFE02B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91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40D9-985B-D901-7778-2E229F2B8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379294-3F6E-AE44-597B-CA5065453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866B2-84D3-891C-5FE6-CED1BAF4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4775D-4EE2-B023-CD0D-6242C614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59F5C-4053-CEC5-B12B-5D1D19A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96718A-D0B1-8ABC-A99B-2638919C4610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0082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61C733-6C8B-F26F-E206-5A89442DBA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933" y="629754"/>
            <a:ext cx="1900127" cy="191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39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4CC9A-8256-F25E-7F0C-FA3CE500C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671-00D3-064E-060D-0022CD442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99C15-63C1-3375-8BA3-1DE618F33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A8870-5F47-783F-EBB7-01523726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B8075-6DD3-1C04-1F7A-70D47746F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90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70685-9DC6-A647-6C98-BF2B57CD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FAA96-B6CF-65F3-8E82-B8C2C291C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D5364-D86F-D62F-3CFD-C15E3B704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D61B3-9601-6FAE-CA54-BB7CF3928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FAAF6-61F5-86C4-3C31-A546FFAC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7AA8BC-34BE-91C9-0A56-4734314FD16A}"/>
              </a:ext>
            </a:extLst>
          </p:cNvPr>
          <p:cNvSpPr/>
          <p:nvPr userDrawn="1"/>
        </p:nvSpPr>
        <p:spPr bwMode="blackWhite">
          <a:xfrm>
            <a:off x="600891" y="1306286"/>
            <a:ext cx="10985862" cy="4336869"/>
          </a:xfrm>
          <a:prstGeom prst="rect">
            <a:avLst/>
          </a:prstGeom>
          <a:solidFill>
            <a:srgbClr val="0082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1B25D8-02E9-E610-116F-6FE356B483F1}"/>
              </a:ext>
            </a:extLst>
          </p:cNvPr>
          <p:cNvCxnSpPr/>
          <p:nvPr userDrawn="1"/>
        </p:nvCxnSpPr>
        <p:spPr>
          <a:xfrm>
            <a:off x="604434" y="5742281"/>
            <a:ext cx="10983132" cy="0"/>
          </a:xfrm>
          <a:prstGeom prst="line">
            <a:avLst/>
          </a:prstGeom>
          <a:ln w="25400">
            <a:solidFill>
              <a:srgbClr val="00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624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5737-775C-921B-D177-5D59F6BB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AA788-9D21-64A8-391C-4D2D25A62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966FD-2BA2-06A4-5D6E-7D20EA1A0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D7F6F-C15F-ABBC-9714-0D6EE48A0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A88D7-02A5-792B-AAD3-F1469978C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A40B4-BCBD-58A6-85FE-70D9476F1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C0D1A-BA9B-FFE1-FE66-FD003D66D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DEE06-73AA-FCD3-C93D-ECECECDC9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8A05A-18C2-A13E-CEE8-2F1455B60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BAAE0E-6A6E-AA57-525A-C1B7589A0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17FB79-1615-896C-A82A-3321036EB7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7F333A-CB1F-9954-81DC-B01CD71F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71FD3A-7D4D-719E-3BE0-2EC3F71BC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F2771B-43AC-4221-2F9A-1F3C269FB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68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9D76-8374-D460-AE24-E1D571033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291CF3-7048-D494-4CCD-21972904F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40B83-9898-5802-BAF7-197C37810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A3E1EA-235B-5FB5-B1B9-C94118D0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58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1C9EFA-6985-BF50-7E2B-091819D0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24DA2-E226-750B-85E6-D2F09ABAA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FFEA-ABED-010F-A664-1A4F39771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8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A779E-2515-8AB0-CE5E-6E065663E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8812A-5A05-4E2E-F046-4106B82D8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689AD-42F4-A416-F3ED-C6583CD92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F6689-9DEE-20C6-0252-94B5EFE6F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B0CF3-DBC8-7AC7-D3A0-207581789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6614F-EB2A-124B-A85C-76C6036CA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98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E470-3CF8-CD3C-E653-0C270B392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B1DEC4-0ACE-DF25-202D-8E2DA42626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637F0-35CC-3B02-92FA-1F3DE1FD9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467E7-A39D-28F1-7200-768D8747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D7764-86CB-438C-51C5-1AE4C907D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980C5-CB16-8AB0-0508-40CD8489B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01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3E445-B7E9-D2DD-152F-D97651E8D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30C93-AC77-5459-76BC-1B8999D5F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43345-AFE4-D44C-E835-0D90188DE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18B45-01E1-6824-0424-8FDE6C7EF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E626-F091-A6D8-7521-85D78291B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591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319ED1-9CAE-D108-AD1F-C4F490BCD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509C2-9AF3-B1FE-731B-AB1E296F9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2B3CC-C887-1F66-2657-3E4AF98D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1C170-B768-15E0-7494-3F5AD000A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66BED-FB2F-AFD8-263A-E277A3652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30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F69B03-1621-8BF6-4F64-138CE518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630AA-5130-AFAB-4C39-658D8F634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86EDC-53B3-63EF-34D8-1494581B7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0195D-5462-E774-EA88-15D5458F1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DB709-980D-0E76-DB72-8E5E9953F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5CAF65-3179-97E4-7D9F-1A43A91BAA54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E31FD7-676B-C4AF-4E2B-4AB691B137DA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00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218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314D791-4D8A-4854-B8FC-6959656D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076E76-3EB3-4269-8135-07CAB20E5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F4321D-22CE-FD5E-FC2F-DD4B344DF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6279" y="2858937"/>
            <a:ext cx="6739136" cy="2387918"/>
          </a:xfrm>
        </p:spPr>
        <p:txBody>
          <a:bodyPr anchor="b">
            <a:normAutofit/>
          </a:bodyPr>
          <a:lstStyle/>
          <a:p>
            <a:endParaRPr lang="en-US" sz="52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3E5C7-2237-A381-998C-B0F9B0EFD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5505" y="5165722"/>
            <a:ext cx="6740685" cy="682079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B3C7E5-50E1-4F9E-AEA3-A6D219039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5" y="0"/>
            <a:ext cx="5163047" cy="3153018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233B5C-C5A9-48C0-8C07-21E6F6B36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F3AF96-AAC1-41E3-9F66-0A6277845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DF38A98-557F-4C23-935A-42806B67A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CEB13D-EBFC-4288-B604-572C2F779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988F9A4-0578-4C59-8B4A-346E02CF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9262397" y="3928396"/>
            <a:ext cx="3142400" cy="2716805"/>
            <a:chOff x="-305" y="-4155"/>
            <a:chExt cx="2514948" cy="2174333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63F827B-FA00-442A-A09C-806F1FFA3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C876680-EE75-4791-842F-E23509221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B9819B2-70D4-4E0A-8D51-6B359B44C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FA8033D-6A70-4FA5-8F37-7F8C117C9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 descr="A picture containing circle&#10;&#10;Description automatically generated">
            <a:extLst>
              <a:ext uri="{FF2B5EF4-FFF2-40B4-BE49-F238E27FC236}">
                <a16:creationId xmlns:a16="http://schemas.microsoft.com/office/drawing/2014/main" id="{5E9E413A-ED0C-2C41-04AA-DE045CDEA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453" y="326605"/>
            <a:ext cx="2360930" cy="249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148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Project Team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Student Full Name (Roll #)</a:t>
            </a:r>
          </a:p>
          <a:p>
            <a:r>
              <a:rPr lang="en-US" dirty="0"/>
              <a:t>Student Full Name (Roll #)</a:t>
            </a:r>
          </a:p>
          <a:p>
            <a:r>
              <a:rPr lang="en-US" dirty="0"/>
              <a:t>Student Full Name (Roll #)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Supervisor: 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731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of Content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193086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32828-2378-410A-8302-2CFE7F8E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&amp;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78744-C176-4F6B-B20F-A9FB0996D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85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Problem Statement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31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73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3BF5B-1469-4BE1-B878-2BAA1A815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and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85594-604F-4E9B-A695-37005054F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021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Elicitation Techniques / Tools</a:t>
            </a:r>
          </a:p>
          <a:p>
            <a:pPr lvl="1"/>
            <a:r>
              <a:rPr lang="en-US" dirty="0"/>
              <a:t>Interviews</a:t>
            </a:r>
          </a:p>
          <a:p>
            <a:pPr lvl="1"/>
            <a:r>
              <a:rPr lang="en-US" dirty="0"/>
              <a:t>Market/Literature Survey</a:t>
            </a:r>
          </a:p>
          <a:p>
            <a:pPr lvl="1"/>
            <a:r>
              <a:rPr lang="en-US" dirty="0"/>
              <a:t>Wire Framing / Prototyping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Specification / Documentation</a:t>
            </a:r>
          </a:p>
          <a:p>
            <a:pPr lvl="1"/>
            <a:r>
              <a:rPr lang="en-US" dirty="0"/>
              <a:t>SRS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384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of Different Users</a:t>
            </a:r>
          </a:p>
          <a:p>
            <a:pPr lvl="1"/>
            <a:r>
              <a:rPr lang="en-US" dirty="0"/>
              <a:t>Admin</a:t>
            </a:r>
          </a:p>
          <a:p>
            <a:pPr lvl="1"/>
            <a:r>
              <a:rPr lang="en-US" dirty="0"/>
              <a:t>Owner</a:t>
            </a:r>
          </a:p>
          <a:p>
            <a:pPr lvl="1"/>
            <a:r>
              <a:rPr lang="en-US" dirty="0"/>
              <a:t>Customer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Use Cases</a:t>
            </a:r>
          </a:p>
          <a:p>
            <a:r>
              <a:rPr lang="en-US" dirty="0"/>
              <a:t>Functional &amp; Non 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2569178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35567-D39E-4496-A338-2740E070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3F5D-BE8B-4E06-AF70-30638FF0C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5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345E7-E3D3-487B-9CD0-49D409A0B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 &amp; Non 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0275C-D8C4-477F-ABE3-EA9F84424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39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 Design</a:t>
            </a:r>
          </a:p>
          <a:p>
            <a:r>
              <a:rPr lang="en-US" dirty="0"/>
              <a:t>Entity Relationship Diagram</a:t>
            </a:r>
          </a:p>
          <a:p>
            <a:r>
              <a:rPr lang="en-US" dirty="0"/>
              <a:t>Class Diagram</a:t>
            </a:r>
          </a:p>
          <a:p>
            <a:r>
              <a:rPr lang="en-US" dirty="0"/>
              <a:t>Sequence / Collaboration Diagram</a:t>
            </a:r>
          </a:p>
          <a:p>
            <a:r>
              <a:rPr lang="en-US" dirty="0"/>
              <a:t>Activity Diagram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985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E7DA3-6EDD-489E-8538-415BA9844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7DD59-0DF0-4264-8548-0F6055CF5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76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5681E-BC9E-4771-9AD9-886C04812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Relationship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9EAB6-5B3A-4DB3-BDB4-BDA2F2B86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378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51659-8479-4791-B021-F530DA25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F6570-FF8C-4E96-93B7-105111A51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908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2FDCE-058A-41BD-BBCF-11B1E60F5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Sequence / Collaboration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50B59-2AFA-48B8-9C98-4465A7E1F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1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11EB9-8A3D-4866-9CB8-47C5C73C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Activity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23799-5561-4DF6-9456-9ABBF49D0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781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Development Tools &amp; Technologies</a:t>
            </a:r>
          </a:p>
          <a:p>
            <a:r>
              <a:rPr lang="en-US" dirty="0"/>
              <a:t>Best Practices / Coding Standards</a:t>
            </a:r>
          </a:p>
          <a:p>
            <a:r>
              <a:rPr lang="en-US" dirty="0"/>
              <a:t>Libraries / Components / Web Services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390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Challenges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967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Prototype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10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969D-9190-4B2A-ADB1-4A9EDF472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44A62-320A-480B-96F0-75390D2F3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47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C69A-2D6F-4E40-B1C5-7A86FE927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EE507-A0F5-4FAB-96CE-9826EC8E6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to report</a:t>
            </a:r>
          </a:p>
        </p:txBody>
      </p:sp>
    </p:spTree>
    <p:extLst>
      <p:ext uri="{BB962C8B-B14F-4D97-AF65-F5344CB8AC3E}">
        <p14:creationId xmlns:p14="http://schemas.microsoft.com/office/powerpoint/2010/main" val="2803452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1600</TotalTime>
  <Words>132</Words>
  <Application>Microsoft Office PowerPoint</Application>
  <PresentationFormat>Widescreen</PresentationFormat>
  <Paragraphs>50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Project Team</vt:lpstr>
      <vt:lpstr>Table of Content</vt:lpstr>
      <vt:lpstr>Introduction &amp; Background</vt:lpstr>
      <vt:lpstr>Problem Statement</vt:lpstr>
      <vt:lpstr>Solution</vt:lpstr>
      <vt:lpstr>Features and Scope</vt:lpstr>
      <vt:lpstr>Requirements</vt:lpstr>
      <vt:lpstr>Requirements</vt:lpstr>
      <vt:lpstr>Use Case Diagram</vt:lpstr>
      <vt:lpstr>Functional &amp; Non Functional Requirements</vt:lpstr>
      <vt:lpstr>System Design</vt:lpstr>
      <vt:lpstr>Architecture Design</vt:lpstr>
      <vt:lpstr>Entity Relationship Diagram</vt:lpstr>
      <vt:lpstr>Class Diagram</vt:lpstr>
      <vt:lpstr>Sequence / Collaboration Diagram</vt:lpstr>
      <vt:lpstr>Activity Diagram</vt:lpstr>
      <vt:lpstr>Implementation</vt:lpstr>
      <vt:lpstr>Challenges</vt:lpstr>
      <vt:lpstr>Prototype</vt:lpstr>
      <vt:lpstr>Screenshots</vt:lpstr>
      <vt:lpstr>Report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Sheheryar Malik</dc:creator>
  <cp:lastModifiedBy>Muhammad Ahmad</cp:lastModifiedBy>
  <cp:revision>565</cp:revision>
  <cp:lastPrinted>2017-10-31T06:19:01Z</cp:lastPrinted>
  <dcterms:created xsi:type="dcterms:W3CDTF">2017-10-28T17:48:40Z</dcterms:created>
  <dcterms:modified xsi:type="dcterms:W3CDTF">2023-01-03T07:33:03Z</dcterms:modified>
</cp:coreProperties>
</file>